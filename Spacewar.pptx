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10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снимок экрана, темнота, ночь, све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E08D5E5-BEFA-C4B3-711E-0568A9FAB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0"/>
            <a:ext cx="12182475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A5891-1C2A-ACD9-227D-BB873D1D4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err="1"/>
              <a:t>Spacewar</a:t>
            </a:r>
            <a:endParaRPr lang="ru-RU" sz="6600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9BC1BCF-B373-2E4F-3F7B-4D093D03B098}"/>
              </a:ext>
            </a:extLst>
          </p:cNvPr>
          <p:cNvSpPr txBox="1">
            <a:spLocks/>
          </p:cNvSpPr>
          <p:nvPr/>
        </p:nvSpPr>
        <p:spPr>
          <a:xfrm>
            <a:off x="8409061" y="5101839"/>
            <a:ext cx="3663297" cy="175616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/>
              <a:t>Выполнил:</a:t>
            </a:r>
          </a:p>
          <a:p>
            <a:pPr algn="r"/>
            <a:r>
              <a:rPr lang="ru-RU" dirty="0"/>
              <a:t>Швец Данил Олегович</a:t>
            </a:r>
          </a:p>
          <a:p>
            <a:pPr algn="r"/>
            <a:r>
              <a:rPr lang="ru-RU" dirty="0"/>
              <a:t>Группа: 02141</a:t>
            </a:r>
          </a:p>
        </p:txBody>
      </p:sp>
    </p:spTree>
    <p:extLst>
      <p:ext uri="{BB962C8B-B14F-4D97-AF65-F5344CB8AC3E}">
        <p14:creationId xmlns:p14="http://schemas.microsoft.com/office/powerpoint/2010/main" val="104984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снимок экрана, темнота, пространство">
            <a:extLst>
              <a:ext uri="{FF2B5EF4-FFF2-40B4-BE49-F238E27FC236}">
                <a16:creationId xmlns:a16="http://schemas.microsoft.com/office/drawing/2014/main" id="{424E67A5-85D5-426C-69FD-5A5CCC525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B6BCC-CB24-C746-70BF-84CF6766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586C61-0D1C-FE43-74B7-68529D898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98" y="1758086"/>
            <a:ext cx="11519731" cy="4058751"/>
          </a:xfrm>
        </p:spPr>
        <p:txBody>
          <a:bodyPr>
            <a:normAutofit/>
          </a:bodyPr>
          <a:lstStyle/>
          <a:p>
            <a:r>
              <a:rPr lang="ru-RU" sz="2800" dirty="0"/>
              <a:t>Создать динамическую аркаду с </a:t>
            </a:r>
            <a:r>
              <a:rPr lang="ru-RU" sz="2800" dirty="0" err="1"/>
              <a:t>реиграбельностью</a:t>
            </a:r>
            <a:r>
              <a:rPr lang="ru-RU" sz="2800" dirty="0"/>
              <a:t> за счёт прокачки корабля.</a:t>
            </a:r>
          </a:p>
          <a:p>
            <a:r>
              <a:rPr lang="ru-RU" sz="2800" dirty="0"/>
              <a:t>Жанр игры: двумерный космический рогалик с видом сверху.</a:t>
            </a:r>
          </a:p>
          <a:p>
            <a:r>
              <a:rPr lang="ru-RU" sz="2800" dirty="0"/>
              <a:t>Игровой процесс: добыча ресурсов из метеоритов и отражение атак противников.</a:t>
            </a:r>
          </a:p>
        </p:txBody>
      </p:sp>
    </p:spTree>
    <p:extLst>
      <p:ext uri="{BB962C8B-B14F-4D97-AF65-F5344CB8AC3E}">
        <p14:creationId xmlns:p14="http://schemas.microsoft.com/office/powerpoint/2010/main" val="259726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снимок экрана, темнота, чер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0CD3DE-2FD9-1DCD-AFB9-37C1918A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0"/>
            <a:ext cx="12182475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A9A58-8D77-B326-4DFC-DFA8F4AE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Дизайн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0D881-AE36-DDBE-8FB8-5A309ACC8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290" y="1732449"/>
            <a:ext cx="11553914" cy="4058751"/>
          </a:xfrm>
        </p:spPr>
        <p:txBody>
          <a:bodyPr>
            <a:normAutofit/>
          </a:bodyPr>
          <a:lstStyle/>
          <a:p>
            <a:r>
              <a:rPr lang="ru-RU" sz="2800" dirty="0"/>
              <a:t>Главное меню: кнопки старта, улучшение корабля, настройки.</a:t>
            </a:r>
          </a:p>
          <a:p>
            <a:r>
              <a:rPr lang="ru-RU" sz="2800" dirty="0"/>
              <a:t>Игровой интерфейс: минималистичный </a:t>
            </a:r>
            <a:r>
              <a:rPr lang="en-US" sz="2800" dirty="0"/>
              <a:t>HUD </a:t>
            </a:r>
            <a:r>
              <a:rPr lang="ru-RU" sz="2800" dirty="0"/>
              <a:t>(здоровье, и добытые минералы).</a:t>
            </a:r>
          </a:p>
          <a:p>
            <a:r>
              <a:rPr lang="ru-RU" sz="2800" dirty="0"/>
              <a:t>Управление: </a:t>
            </a:r>
            <a:r>
              <a:rPr lang="en-US" sz="2800" dirty="0"/>
              <a:t>WASD</a:t>
            </a:r>
            <a:r>
              <a:rPr lang="ru-RU" sz="2800" dirty="0"/>
              <a:t> для перемещения, курсор мыши для прицеливания и стрельбы.</a:t>
            </a:r>
          </a:p>
          <a:p>
            <a:r>
              <a:rPr lang="ru-RU" sz="2800" dirty="0"/>
              <a:t>Камера: передвигается в сторону курсора от корабля для осмотра.</a:t>
            </a:r>
          </a:p>
        </p:txBody>
      </p:sp>
    </p:spTree>
    <p:extLst>
      <p:ext uri="{BB962C8B-B14F-4D97-AF65-F5344CB8AC3E}">
        <p14:creationId xmlns:p14="http://schemas.microsoft.com/office/powerpoint/2010/main" val="261036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снимок экрана, лазер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58B66A6-F726-CE0B-6758-8ACB70FAB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0"/>
            <a:ext cx="12182475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06137-4D35-8B18-1C48-91A78A38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D36E8D-5435-D62F-24A4-6572480F3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664" y="1732449"/>
            <a:ext cx="10955708" cy="4058751"/>
          </a:xfrm>
        </p:spPr>
        <p:txBody>
          <a:bodyPr>
            <a:noAutofit/>
          </a:bodyPr>
          <a:lstStyle/>
          <a:p>
            <a:r>
              <a:rPr lang="ru-RU" sz="2400" dirty="0"/>
              <a:t>Геймплей: управление кораблём, стрельба, появление объектов.</a:t>
            </a:r>
          </a:p>
          <a:p>
            <a:r>
              <a:rPr lang="ru-RU" sz="2400" dirty="0"/>
              <a:t>Система прокачки: добыча минералов и их трата на улучшение корабля.</a:t>
            </a:r>
          </a:p>
          <a:p>
            <a:r>
              <a:rPr lang="ru-RU" sz="2400" dirty="0"/>
              <a:t>Физика: простой расчёт точки столкновения и импульса при столкновении.</a:t>
            </a:r>
          </a:p>
          <a:p>
            <a:r>
              <a:rPr lang="ru-RU" sz="2400" dirty="0"/>
              <a:t>Система частиц: создание одного или целого пучка частиц для указанного сектора.</a:t>
            </a:r>
          </a:p>
          <a:p>
            <a:r>
              <a:rPr lang="ru-RU" sz="2400" dirty="0"/>
              <a:t>Аниматор: простая анимация объекта путём смены кадров.</a:t>
            </a:r>
          </a:p>
          <a:p>
            <a:r>
              <a:rPr lang="ru-RU" sz="2400" dirty="0"/>
              <a:t>ИИ: простое следование за игроком и стрельба при приближении к нему.</a:t>
            </a:r>
          </a:p>
        </p:txBody>
      </p:sp>
    </p:spTree>
    <p:extLst>
      <p:ext uri="{BB962C8B-B14F-4D97-AF65-F5344CB8AC3E}">
        <p14:creationId xmlns:p14="http://schemas.microsoft.com/office/powerpoint/2010/main" val="123702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7A4936-FB98-D0FA-473E-491D7E149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" y="0"/>
            <a:ext cx="12186585" cy="686104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FCDB5-178D-4CF5-B9DF-B921FC66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Достижения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82EE74-7019-7537-0C1C-9F949FB2D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Сложность: правильный расчёт импульса при столкновении объектов.</a:t>
            </a:r>
          </a:p>
          <a:p>
            <a:r>
              <a:rPr lang="ru-RU" dirty="0"/>
              <a:t>Используемые </a:t>
            </a:r>
            <a:r>
              <a:rPr lang="en-US" dirty="0"/>
              <a:t>API</a:t>
            </a:r>
            <a:r>
              <a:rPr lang="ru-RU" dirty="0"/>
              <a:t>: </a:t>
            </a:r>
            <a:r>
              <a:rPr lang="en-US" dirty="0"/>
              <a:t>Canvas API</a:t>
            </a:r>
            <a:r>
              <a:rPr lang="ru-RU" dirty="0"/>
              <a:t>. </a:t>
            </a:r>
          </a:p>
          <a:p>
            <a:r>
              <a:rPr lang="ru-RU" dirty="0"/>
              <a:t>Реализованные классы: </a:t>
            </a:r>
            <a:r>
              <a:rPr lang="en-US" dirty="0"/>
              <a:t>Animator, Vector, </a:t>
            </a:r>
            <a:r>
              <a:rPr lang="en-US" dirty="0" err="1"/>
              <a:t>ShipParameters</a:t>
            </a:r>
            <a:r>
              <a:rPr lang="en-US" dirty="0"/>
              <a:t>, Camera, Debug, </a:t>
            </a:r>
            <a:r>
              <a:rPr lang="en-US" dirty="0" err="1"/>
              <a:t>GameManager</a:t>
            </a:r>
            <a:r>
              <a:rPr lang="en-US" dirty="0"/>
              <a:t>, Ship, Bullet, Enemy, Player, Meteorite, Input, Button, </a:t>
            </a:r>
            <a:r>
              <a:rPr lang="en-US" dirty="0" err="1"/>
              <a:t>ObjectData</a:t>
            </a:r>
            <a:r>
              <a:rPr lang="en-US" dirty="0"/>
              <a:t>, </a:t>
            </a:r>
            <a:r>
              <a:rPr lang="en-US" dirty="0" err="1"/>
              <a:t>GameObjectData</a:t>
            </a:r>
            <a:r>
              <a:rPr lang="en-US" dirty="0"/>
              <a:t>, </a:t>
            </a:r>
            <a:r>
              <a:rPr lang="en-US" dirty="0" err="1"/>
              <a:t>BaseObject</a:t>
            </a:r>
            <a:r>
              <a:rPr lang="en-US" dirty="0"/>
              <a:t>, </a:t>
            </a:r>
            <a:r>
              <a:rPr lang="en-US" dirty="0" err="1"/>
              <a:t>ChildObject</a:t>
            </a:r>
            <a:r>
              <a:rPr lang="en-US" dirty="0"/>
              <a:t>, </a:t>
            </a:r>
            <a:r>
              <a:rPr lang="en-US" dirty="0" err="1"/>
              <a:t>DynamicObject</a:t>
            </a:r>
            <a:r>
              <a:rPr lang="en-US" dirty="0"/>
              <a:t>, </a:t>
            </a:r>
            <a:r>
              <a:rPr lang="en-US" dirty="0" err="1"/>
              <a:t>DamageableObject</a:t>
            </a:r>
            <a:r>
              <a:rPr lang="en-US" dirty="0"/>
              <a:t>, </a:t>
            </a:r>
            <a:r>
              <a:rPr lang="en-US" dirty="0" err="1"/>
              <a:t>ParticleSystem</a:t>
            </a:r>
            <a:r>
              <a:rPr lang="en-US" dirty="0"/>
              <a:t>, Particle, </a:t>
            </a:r>
            <a:r>
              <a:rPr lang="en-US" dirty="0" err="1"/>
              <a:t>PlayerInfo</a:t>
            </a:r>
            <a:r>
              <a:rPr lang="en-US" dirty="0"/>
              <a:t>, Inventory, World.</a:t>
            </a:r>
          </a:p>
          <a:p>
            <a:r>
              <a:rPr lang="ru-RU" dirty="0"/>
              <a:t>Хранение: настроек, характеристик,</a:t>
            </a:r>
            <a:r>
              <a:rPr lang="en-US" dirty="0"/>
              <a:t> </a:t>
            </a:r>
            <a:r>
              <a:rPr lang="ru-RU" dirty="0"/>
              <a:t>данных о минералах хранятся в </a:t>
            </a:r>
            <a:r>
              <a:rPr lang="en-US" dirty="0" err="1"/>
              <a:t>localStorage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Главная гордость: сама игра. Первая из 3, которая имеет версию с геймплеем.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7474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3C5AB2-D3FD-FBB6-8503-A4BC7FF0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" y="0"/>
            <a:ext cx="12181173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03A87-89DD-68C8-0237-57D37C5E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Идеи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248817-76F5-F3D5-B854-3A8FB9612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Добавление локального мультиплеера на </a:t>
            </a:r>
            <a:r>
              <a:rPr lang="en-US" dirty="0"/>
              <a:t>WebSocket</a:t>
            </a:r>
            <a:endParaRPr lang="ru-RU" dirty="0"/>
          </a:p>
          <a:p>
            <a:r>
              <a:rPr lang="ru-RU" dirty="0"/>
              <a:t>Добавление звуков и музыки</a:t>
            </a:r>
          </a:p>
          <a:p>
            <a:r>
              <a:rPr lang="ru-RU" dirty="0"/>
              <a:t>Увеличение разнообразия и качества частиц</a:t>
            </a:r>
          </a:p>
          <a:p>
            <a:r>
              <a:rPr lang="ru-RU" dirty="0"/>
              <a:t>Улучшение алгоритма расчёта столкновений объектов</a:t>
            </a:r>
          </a:p>
          <a:p>
            <a:r>
              <a:rPr lang="ru-RU" dirty="0"/>
              <a:t>Оптимизация механизма отрисовки</a:t>
            </a:r>
          </a:p>
          <a:p>
            <a:r>
              <a:rPr lang="ru-RU" dirty="0"/>
              <a:t>Создание адаптивного интерфейса</a:t>
            </a:r>
          </a:p>
          <a:p>
            <a:r>
              <a:rPr lang="ru-RU" dirty="0"/>
              <a:t>Добавление разнообразия противников, объектов</a:t>
            </a:r>
          </a:p>
          <a:p>
            <a:r>
              <a:rPr lang="ru-RU" dirty="0"/>
              <a:t>Создание точек интереса игрока</a:t>
            </a:r>
          </a:p>
          <a:p>
            <a:r>
              <a:rPr lang="ru-RU" dirty="0"/>
              <a:t>Реализация радара</a:t>
            </a:r>
          </a:p>
          <a:p>
            <a:r>
              <a:rPr lang="ru-RU" dirty="0"/>
              <a:t>Улучшение ИИ</a:t>
            </a:r>
          </a:p>
          <a:p>
            <a:r>
              <a:rPr lang="ru-RU" dirty="0"/>
              <a:t>Создание дружественных кораблей</a:t>
            </a:r>
          </a:p>
        </p:txBody>
      </p:sp>
    </p:spTree>
    <p:extLst>
      <p:ext uri="{BB962C8B-B14F-4D97-AF65-F5344CB8AC3E}">
        <p14:creationId xmlns:p14="http://schemas.microsoft.com/office/powerpoint/2010/main" val="351506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7CCB17-8A0B-6D59-AC7F-D7A8D7A6F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" y="0"/>
            <a:ext cx="12186585" cy="686104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1E25A-D911-DEFB-3372-28A2C72D2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80232"/>
            <a:ext cx="10353762" cy="970450"/>
          </a:xfrm>
        </p:spPr>
        <p:txBody>
          <a:bodyPr>
            <a:noAutofit/>
          </a:bodyPr>
          <a:lstStyle/>
          <a:p>
            <a:r>
              <a:rPr lang="ru-RU" sz="6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5229695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241</TotalTime>
  <Words>305</Words>
  <Application>Microsoft Office PowerPoint</Application>
  <PresentationFormat>Широкоэкранный</PresentationFormat>
  <Paragraphs>39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Сланец</vt:lpstr>
      <vt:lpstr>Spacewar</vt:lpstr>
      <vt:lpstr>Цель проекта</vt:lpstr>
      <vt:lpstr>Дизайн проекта</vt:lpstr>
      <vt:lpstr>Реализация проекта</vt:lpstr>
      <vt:lpstr>Достижения</vt:lpstr>
      <vt:lpstr>Идеи развития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 Mine</dc:creator>
  <cp:lastModifiedBy>Fix Mine</cp:lastModifiedBy>
  <cp:revision>13</cp:revision>
  <dcterms:created xsi:type="dcterms:W3CDTF">2026-06-07T02:06:59Z</dcterms:created>
  <dcterms:modified xsi:type="dcterms:W3CDTF">2026-06-07T06:11:07Z</dcterms:modified>
</cp:coreProperties>
</file>